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2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04:06.9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2677 640 24575,'55'7'0,"-15"0"0,552 15-26,-463-22-85,1353-1-574,-1658 1 685,-1506 0-749,1644 0 824,8-1-69,0 1-1,0 2 1,0 0-1,-34 9 1,62-11-6,1 0 0,-1 1 0,0-1 0,1 1 0,-1-1 0,0 1 0,1-1 0,-1 1 0,1 0 0,-1 0 0,1 0 0,-1 0 0,1 0 0,-1 0 0,1 0 0,0 1 0,0-1 0,0 0 0,-2 3 0,3-2 0,1-1 0,-1 0 0,1 1 0,-1-1 0,1 0 0,0 1 0,0-1 0,-1 0 0,1 0 0,0 1 0,0-1 0,0 0 0,0 0 0,1 0 0,-1 0 0,0-1 0,0 1 0,0 0 0,1 0 0,-1-1 0,0 1 0,1-1 0,-1 1 0,3 0 0,42 16 223,-1-2 1,59 12 0,-65-18-23,231 55-58,3-11 1,380 23-1,-407-71-21,-123-3-78,-67 2-44,-46-1 0,-17 0 0,-31 2 0,-628 7-557,443-13 156,-1366-27-459,1534 26 860,1-2 0,-84-17 0,105 8 0,32 13 0,1 0 0,-1-1 0,0 1 0,1-1 0,-1 1 0,1-1 0,-1 1 0,0-1 0,1 0 0,-1 1 0,1-1 0,-1 0 0,1 1 0,0-1 0,-1 0 0,1 1 0,0-1 0,-1 0 0,1 0 0,0 0 0,0-1 0,0 1 0,0 0 0,0 0 0,1 0 0,-1 0 0,1 0 0,-1 0 0,0 0 0,1 0 0,0 0 0,-1 0 0,1 1 0,0-1 0,-1 0 0,1 0 0,0 0 0,0 1 0,1-2 0,28-15 0,14 1 238,0 2 0,1 2 0,48-6 0,-92 18-232,569-71 462,11 44-1860,993 17 1231,-1547 10 161,-25 1 0,-5-1 0,-48 1 0,-356 0 0,22-1-163,-131 0-644,-98-2-126,-2281-97-4903,2814 94 5366,69 3 517,45 0 625,144 2 206,157 0-315,201 1 189,224 0-601,222 0-932,192-1-202,4630 1-3932,-5159-1 4018,-214 0 426,-76 0 1377,-521 0 1060,-87 0-983,-107 0 0,-98 0 0,-97 0-15,-83 0-211,-2698-32-5196,3234 32 4666,-45-4 718,184 6-243,42-3-1,18-1-231,187 2 373,127 1-421,130-1 343,130 0-421,112 1-1077,2932-1-2655,-3553 1 3287,-123 2 192,-37 0 11,-9-1 28,-68 10 530,-122 8 218,-99 1-316,-80-3 316,-927 10 1190,0-27-2965,1234-1 709,-257-9-96,301 7 365,-39-10 1,63 12-41,1 0-1,-1 0 0,0-1 0,0 1 1,1-1-1,-1 1 0,0-1 0,1 1 1,-1-1-1,1 0 0,-1 0 0,1 0 0,-1 0 1,1 0-1,-1 0 0,1-1 0,0 1 1,-1-2-1,2 2-3,0 0 0,1 0 1,-1-1-1,1 1 0,0 0 0,-1 0 1,1 0-1,0 0 0,0 0 0,-1 0 1,1 0-1,0 1 0,0-1 0,0 0 0,0 0 1,0 1-1,0-1 0,0 0 0,1 1 1,-1-1-1,0 1 0,0 0 0,0-1 1,2 1-1,29-12 352,0 3 0,0 0 0,0 3 0,37-4-1,584-27 787,-568 36-1140,308-4-193,2433 8-2641,-3018-2 2799,-106-1 0,-146 0-163,-174 0-657,-179-1-163,-157 1 0,-4028 0-3932,4393 0 3932,188 0 328,29 0 1473,341 0-329,27 0-246,7 0-6,48 0 596,340 0 1134,-29 0-984,117 0 0,135 0-328,146 4-1267,128 19-196,2539 118-3081,-2859-111 2906,-157-6 268,-279-17 764,131 12 425,-252-16-126,-38-1 123,-140-1 512,-158-1 0,-169-2 0,-179 1-327,-160 0-1157,-3688-23-3638,3972 18 3184,170 1 415,42 1 2207,464 4 299,90 0-983,93 0 0,91 0 0,75 1 0,602-3 221,1083 5-4767,-1858 2 2987,-253-3 636,22-1 530,122 18 0,-164-11-53,-30-8-527,0 0-1,0 0 0,0 0 0,0 0 0,1 1 0,-1-1 1,0 0-1,0 0 0,0 0 0,1 0 0,-1 0 0,0 0 0,0 0 1,0 0-1,0 1 0,0-1 0,1 0 0,-1 0 0,0 0 1,0 0-1,0 1 0,0-1 0,0 0 0,0 0 0,0 0 1,0 1-1,0-1 0,0 0 0,1 0 0,-1 0 0,0 0 0,0 1 1,0-1-1,0 0 0,0 0 0,0 0 0,0 1 0,-1-1 1,1 0-1,0 0 0,0 0 0,0 1 0,0-1 0,0 0 1,0 0-1,0 0 0,0 0 0,0 1 0,-1-1 0,1 0 1,0 0-1,0 0 0,0 1 0,-7 2 112,1-1 1,0 1-1,-1-1 1,1 0-1,-1-1 1,-7 2-1,-137 19 862,-102 5 0,-101-3 0,-107-5-108,-102-5-652,-2779-3-6051,3328-12 6026,36-1 21,68-3 317,163-9 306,112-1-423,85 1 345,2543-9-2687,-2945 24 3115,-59-1-708,-84 1 625,-1519-1 2397,941 0-3472,599-1 73,33-1-34,1 2 1,-79 11 0,100-3-74,19-7 0,-1-1 0,1 0 0,0 1 0,0-1 0,0 0 0,0 1 0,0-1 0,0 0 0,-1 1 0,1-1 0,0 1 0,0-1 0,0 0 0,0 1 0,0-1 0,0 0 0,0 1 0,1-1 0,-1 0 0,0 1 0,0-1 0,0 0 0,0 1 0,0-1 0,0 0 0,1 1 0,-1-1 0,0 0 0,0 1 0,1-1 0,-1 0 0,0 0 0,0 1 0,1-1 0,-1 0 0,1 0 0,7 6 0,0-1 0,1 0 0,0-1 0,0 0 0,0 0 0,13 3 0,139 36 0,1401 256-418,-868-175 418,-597-102 0,-78-14 0,-19-8 0,0 0 0,0 0 0,0 0 0,0 0 0,1 1 0,-1-1 0,0 0 0,0 0 0,0 0 0,0 0 0,0 0 0,0 0 0,0 1 0,0-1 0,0 0 0,0 0 0,0 0 0,0 0 0,0 0 0,0 1 0,0-1 0,0 0 0,0 0 0,0 0 0,0 0 0,0 0 0,0 1 0,0-1 0,0 0 0,0 0 0,0 0 0,0 0 0,0 0 0,0 0 0,-1 1 0,1-1 0,0 0 0,0 0 0,0 0 0,0 0 0,0 0 0,0 0 0,0 0 0,-1 0 0,1 0 0,0 1 0,0-1 0,0 0 0,0 0 0,0 0 0,0 0 0,-1 0 0,1 0 0,0 0 0,0 0 0,0 0 0,0 0 0,0 0 0,-1 0 0,1 0 0,0 0 0,0 0 0,0 0 0,-19 3 0,0-1 0,-26-1 0,-154 1 0,-123-2-163,-137-3-657,-158-4-163,-2859-48-3361,3053 47 3532,133 3 212,207 5 514,38 1 123,0-3-1,-56-8 1,100 10 6,-1 0 0,1 0 0,-1 0 0,0-1-1,1 1 1,-1 0 0,1-1 0,-1 1 0,1-1 0,-1 0 0,1 0 0,-1 1 0,1-1 0,0 0 0,-1 0 0,1 0 0,-2-3 0,3 4-6,1-1 1,-1 0-1,1 0 1,-1 0-1,1 0 1,0 0-1,-1 0 1,1 1-1,0-1 0,0 0 1,-1 0-1,1 1 1,0-1-1,0 1 1,0-1-1,0 1 1,0-1-1,0 1 1,0-1-1,0 1 1,0 0-1,0 0 0,0 0 1,0-1-1,0 1 1,2 0-1,30-7 385,1 1 1,0 2-1,57 0 0,-40 2-148,193-4 709,84 2 0,-314 4-942,1508-2-151,-3 57-3451,-1419-46 3680,-92-5 229,-28-2 120,-251 3 490,179-5-948,-229 1 131,-1650-4 1532,1922 2-1359,20 0-16,0 2 1,-49 6-1,67-3-244,14 0-47,13 0-7,0-1 0,0 0 0,0-1 0,0-1 0,33-1 0,12 0 0,165 5 0,99-2-120,102 7-363,1349 112-1730,-70-2-966,-1604-116 3328,-78-2 716,-49 0-284,-1 0-225,-824 46 3898,-8-38-2990,810-9-1229,29 0-21,-1 0-1,0-2 1,1 0-1,-1-1 1,-21-6-1,40 8-13,0 0 0,0-1 0,0 1 0,-1-1 0,1 1 0,0-1 0,0 1 0,0-1 0,0 0 0,0 0 0,0 1 0,0-1 0,0 0 0,0 0 0,-1-1 0,2 1 0,0 0 0,0 1 0,0-1 0,-1 1 0,1-1 0,0 0 0,0 1 0,0-1 0,0 0 0,0 1 0,0-1 0,0 0 0,0 1 0,0-1 0,1 0 0,-1 1 0,0-1 0,0 0 0,0 1 0,1-1 0,0 0 0,1-3 0,1 0 0,1 0 0,-1 1 0,1-1 0,-1 1 0,9-5 0,19-13 0,2 2 0,1 2 0,0 1 0,60-19 0,68-17-160,213-39 0,178 5-160,-167 46 120,564 11 0,-891 31 222,376 3 1094,-312-9-643,184-31 0,214-65-473,-378 70 0,54-8 0,-179 34 0,-51 5 0,-452 42 25,36-1-148,-515-17-366,946-26 486,47 0 104,973 7-742,-7 59-147,-807-37 788,-169-24 0,0 1 0,-1 0 0,31 13 0,-47-17 0,-1 0 0,1 0 0,-1 0 0,1 0 0,-1 0 0,1 0 0,-1 0 0,0 0 0,1 1 0,-1-1 0,2 3 0,-3-4 0,0 1 0,0-1 0,0 1 0,0-1 0,0 1 0,0-1 0,1 1 0,-1-1 0,0 0 0,0 1 0,-1-1 0,1 1 0,0-1 0,0 1 0,0-1 0,0 1 0,0-1 0,0 1 0,-1-1 0,1 1 0,0-1 0,0 0 0,-1 1 0,1-1 0,0 1 0,0-1 0,-1 0 0,1 1 0,-1-1 0,1 0 0,-1 1 0,-7 3 0,0 0 0,0-1 0,-1 0 0,1-1 0,-1 0 0,1 0 0,-17 1 0,-160 13 0,-92-6-164,-79-5-655,-1725-6-1534,1159-2 1031,874 3 1334,21 1 294,0-1 0,-49-8 0,65 3 446,19-1-387,29-4 220,59-6 738,116-3 0,105 11-38,-232 7-1274,423 0-9,-491 2-2,-22 1 0,-34 3 0,-626 20-665,533-24 443,-1314 4-284,1300-7 506,88-2 0,57 4 0,1 0 0,0 0 0,0 0 0,0 0 0,0 0 0,-1 0 0,1 0 0,0 0 0,0 0 0,0 0 0,-1 0 0,1 0 0,0 0 0,0 0 0,0 0 0,-1 0 0,1 0 0,0 0 0,0 0 0,0 0 0,-1 0 0,1 0 0,0 0 0,0-1 0,0 1 0,-1 0 0,1 0 0,0 0 0,0 0 0,0 0 0,0 0 0,0-1 0,-1 1 0,1 0 0,0 0 0,0 0 0,0 0 0,0-1 0,0 1 0,0 0 0,0 0 0,0 0 0,0-1 0,0 1 0,0 0 0,0 0 0,0 0 0,0-1 0,0 1 0,0 0 0,0 0 0,0 0 0,0-1 0,0 1 0,0 0 0,0 0 0,0-1 0,30-8 0,109-12 0,118 0 0,128 3-164,162 5-655,182 4-164,172 4 0,149 3 0,4106 5-3932,-4582-3 3932,-195 1 0,-51-1 1272,-4019 0 7358,3676 0-7651,-26-1-31,78-6 238,160-16 466,913-89 885,331 72-1666,-1344 43 88,-414 13 24,10-8-164,-83-1-655,-2434 1-2814,2824-8 3641,0 0 17,0-1-17,0 1 0,0 0 0,0 0 0,0 0 9,0 0-9,0 0 0,0 0 0,0 0 0,0 0 9,0-1 40,-1 1-49,20-5 215,49-8 284,142-15 316,106-2-518,105 4 202,104 7-546,1225 9-2226,-4 61 305,-1602-44 1872,-126-5 150,-35 0 123,-64 0 544,-149-1 65,-120-1-472,-108-1 379,-3215-1-3440,3823-11 4435,88-2-1299,143 0-316,187 3 8,233 3-231,247 4-677,199 2-164,3629 3-2949,-4138 0 2949,-244 1 165,-114-1 827,-604 1 1793,-54-1-819,-108 0 0,-123 0 0,-153 0-12,-148-1-363,-120 0-1275,878 1 614,-3578-33-3826,3023 15 2896,178 0 113,168-3 668,234 19 458,1-2 0,-36-8 0,62 12-248,0-1 0,0 1 0,1 0-1,-1 0 1,0 0 0,0 0 0,0 0 0,0 0-1,0 0 1,1-1 0,-1 1 0,0 0 0,0 0-1,0 0 1,0 0 0,0 0 0,0-1 0,0 1-1,0 0 1,0 0 0,0 0 0,0 0 0,0-1-1,1 1 1,-1 0 0,0 0 0,0 0 0,0-1-1,-1 1 1,1 0 0,0 0 0,0 0 0,0 0-1,0-1 1,0 1 0,0 0 0,0 0 0,0 0-1,0 0 1,0-1 0,0 1 0,0 0 0,-1 0-1,1 0 1,0 0 0,0 0 0,0 0 0,0-1-1,0 1 1,0 0 0,-1 0 0,1 0 0,0 0-1,0 0 1,0 0 0,0 0 0,-1 0 0,1 0-1,0 0 1,0 0 0,0 0 0,-1 0 0,37-7 483,156-3 346,189 4-440,247 2 329,289 4-399,292 8-488,234 13-56,4246 205-3552,-4860-178 2849,-288-15 514,-247-13 1037,-275-19-412,1 0 0,30 7 0,-132-5 658,-144-3 106,-130-3 0,-136 0 0,-164 1-104,-206 0-477,-230 0-506,-212 1-715,-157 0-164,-66-7 0,75-10 0,204-4 0,277 1 0,288 4 158,258 6 800,215 2 1936,239 8-1510,77-1 67,220 3 515,216 7-20,268 11-224,296 7-742,314 6-585,279 0 278,189-5-510,42-8-163,-139-6 0,-285-6 0,-364-4 103,-363-3 636,-322-2 980,-271-5-3,-177 3-650,-15 1-41,-48-6-24,-210-15-18,-205-16 90,-224-14 270,-219-10-270,-209-3-90,-191 6 0,-157 15 0,-1307-13-780,-257-7-749,2094 40 1553,294 6 347,249 6-115,194 1 563,157 7-313,32 1-10,18 3-358,1 0 0,0 1-1,0 0 1,1 0 0,-1 0 0,12 1-1,137-6 846,96 3-24,102 2-75,115 0 74,150 2-253,197-1-997,205 1 14,190-1-541,3697 1-3113,-4174-1 3002,-253 0 321,-216 0 661,-198 0 372,-56-2 57,-102-2 347,-159-5-285,-170-8-284,-187-20 421,-196-15-416,-182-2-239,-175 9-189,-141 12-620,-3500-28-2796,4124 56 3583,236 3 683,189 0-233,144-3 397,97-1-358,26-2-1,39-4 116,0 2 0,102-5-1,-122 13-460,263-16 837,136 5 0,174 5-165,188 3-662,170 4-322,2208 22-2689,-2418-14 1942,-163-2-70,-230-1 301,-235-3 984,-120 0-197,-15-1-21,-62 0-51,-199 1-33,-189-2 118,-210 1 351,-212 0-352,-188-1-117,-129 0-164,-44-5-499,73-7 302,177-2-466,233 1 46,235 4 769,397 7 52,-92-6 548</inkml:trace>
  <inkml:trace contextRef="#ctx0" brushRef="#br0" timeOffset="1">11514 181 15642,'584'45'300,"633"63"-993,3465 384-3239,-4071-420 3094,-448-53 697,212 34 187,-347-47 303,-28-6-340,0 0 1,0 0-1,0 0 1,0 0 0,0 0-1,-1 0 1,1 0 0,0 1-1,0-1 1,0 0-1,0 0 1,-1 0 48,1 0-39,0 0-10,0 0 1,0 0 0,0 1-1,0-1 1,0 0 0,0 0-1,0 0 1,0 0-1,0 0 1,0 0 0,0 0-1,0 0 1,0 1-1,0-1 1,0 0 0,0 0-1,0 0 1,0 0 0,0 0-1,0 0 1,0 0-1,0 0 1,0 1 0,0-1-1,0 0 1,0 0-1,0 0 1,0 0 0,-31 3 510,0-2 1,-44-4-1,19 0-115,-2600-20 5920,1983 25-6348,305-2-129,93 0-455,-33 1 455,250 5 315,52-3 180,18 1 85,32 2 38,-1-2 0,46-1 0,-28-2-141,194 5 658,90 9-327,1656 191-1876,-1992-204 1206,372 74-609,-371-73 623,0 0 0,0 0 0,-1 0 0,1 1 0,13 9 0,-22-13 0,-1 0 0,0 0 0,1 1 0,-1-1 0,0 0 0,1 0 0,-1 1 0,0-1 0,0 0 0,1 1 0,-1-1 0,0 1 0,0-1 0,1 0 0,-1 1 0,0-1 0,0 1 0,0-1 0,0 1 0,0-1 0,0 0 0,0 1 0,0-1 0,0 1 0,0-1 0,0 1 0,0-1 0,0 1 0,0-1 0,0 1 0,-16 11 0,1-5 0,-1-2 0,1 0 0,-1-1 0,-24 4 0,-82 5 0,94-11 0,-219 13 0,-82-5 40,-1514-2-1780,1632-9 1526,-56-1-381,103-4 448,156 6 139,-1-1-1,1 1 1,-1-2 0,-15-3 0,24 5 9,0 0 0,0-1-1,0 1 1,0 0 0,0 0 0,0-1 0,0 1-1,0 0 1,0 0 0,0 0 0,0-1 0,0 1 0,0 0-1,0 0 1,0-1 0,0 1 0,0 0 0,0 0-1,1 0 1,-1-1 0,0 1 0,0 0 0,0 0 0,0 0-1,0 0 1,1-1 0,-1 1 0,0 0 0,0 0 0,0 0-1,0 0 1,1 0 0,-1 0 0,0-1 0,0 1-1,0 0 1,1 0 0,-1 0 0,0 0 0,0 0 0,1 0-1,-1 0 1,0 0 0,0 0 0,0 0 0,1 0-1,-1 0 1,0 0 0,1 0 0,34-9 163,111-19 763,168-10 1,166 10-56,923 5 311,-1345 24-925,-53-1-253,-7 1-10,-32-1-8,-1912 5-1978,1135-7 1281,378 2-1093,232 0 296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03:40.8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1203 24575,'94'-3'0,"168"-26"0,83-42 0,-124 23 0,-163 37 0,1 2 0,0 4 0,91 1 0,137 11 0,-1-13 0,292-45 0,-512 43 0,-20 3 0,0-1 0,46-15 0,45-13 0,185-22 0,-61 14 0,-113 10 0,152-24 0,-195 47 0,15-1 0,2-4 0,224 6 0,-241 8 0,634 2 0,-738-2 0,26 1 0,-52 5 0,-512 78-300,-145 28-127,675-111 427,-42 8 0,-94 32 0,119-29 0,24-12 0,0 0 0,0 0 0,0 0 0,-1 0 0,1 0 0,0 0 0,0 0 0,0 0 0,0 0 0,0 0 0,0 1 0,0-1 0,0 0 0,0 0 0,-1 0 0,1 0 0,0 0 0,0 0 0,0 0 0,0 1 0,0-1 0,0 0 0,0 0 0,0 0 0,0 0 0,0 0 0,0 0 0,0 1 0,0-1 0,0 0 0,0 0 0,0 0 0,0 0 0,0 0 0,0 1 0,0-1 0,0 0 0,0 0 0,0 0 0,0 0 0,1 0 0,-1 0 0,0 0 0,0 1 0,0-1 0,0 0 0,0 0 0,0 0 0,0 0 0,0 0 0,0 0 0,1 0 0,-1 0 0,0 0 0,0 0 0,0 0 0,0 0 0,0 0 0,0 0 0,1 1 0,-1-1 0,0 0 0,0 0 0,39 0 0,223-24 727,-241 25-727,-31 5 0,-32 6 0,-235 44 0,65-5 0,73-15 0,92-28 0,-1-2 0,1-2 0,-86-3 0,-41 1 0,149 1 0,1 0 0,-1 2 0,1 0 0,1 2 0,-27 10 0,23-6 0,1-1 0,-41 23 0,53-21 0,14-12 0,0 0 0,0 0 0,0 0 0,0 1 0,0-1 0,-1 0 0,1 0 0,0 0 0,0 1 0,0-1 0,0 0 0,0 0 0,0 0 0,0 1 0,1-1 0,-1 0 0,0 0 0,0 0 0,0 1 0,0-1 0,0 0 0,0 0 0,0 0 0,0 0 0,0 1 0,0-1 0,1 0 0,-1 0 0,0 0 0,0 0 0,0 0 0,0 1 0,0-1 0,1 0 0,-1 0 0,0 0 0,0 0 0,0 0 0,1 0 0,-1 0 0,32 3 0,976-21 0,-194 19 0,-777-4 0,0-1 0,0-2 0,-1-1 0,0-2 0,47-18 0,70-17 0,6 12 0,351-84 0,-391 84 0,1 6 0,210-20 0,22 43 0,-183 5 0,-117-2 0,875-21 0,-306 6 0,-546 12 0,0-4 0,86-19 0,-82 12 0,136-7 0,617 20 0,-366 3 0,-331-3 0,149 3 0,-258 2 0,0 0 0,-1 2 0,1 1 0,-1 1 0,-1 1 0,0 1 0,0 1 0,-1 1 0,0 1 0,-1 2 0,-1 0 0,0 1 0,22 21 0,-40-33 0,1 0 0,-1 0 0,1 0 0,-1 0 0,0 1 0,-1-1 0,1 1 0,-1-1 0,0 1 0,0 0 0,2 9 0,-3-11 0,-1-1 0,0 1 0,0 0 0,0-1 0,0 1 0,-1-1 0,1 1 0,-1-1 0,1 1 0,-1 0 0,0-1 0,0 0 0,0 1 0,0-1 0,0 0 0,-1 1 0,1-1 0,-1 0 0,0 0 0,1 0 0,-1 0 0,0 0 0,0-1 0,-4 3 0,-5 4 0,-2-1 0,1-1 0,-1 0 0,0 0 0,0-1 0,0-1 0,-1-1 0,-21 4 0,-14-1 0,-50 1 0,28-7 0,40-1 0,1 2 0,0 1 0,0 1 0,-50 12 0,23 0 0,0-3 0,-1-2 0,0-2 0,0-4 0,-78-2 0,94 0 0,-1 2 0,1 1 0,-61 17 0,52-10 0,-93 9 0,-63-16 0,104-5 0,-137 18 0,-251 27 0,-3-39 0,-1271-8 0,1016 3 0,4161-1 0,-2961-35 0,-51-34 0,-11 2 0,-297 60 0,124 6 0,-17 2 0,-134-8 0,-61 7 0,0-1 0,-1 1 0,1-1 0,-1 0 0,1-1 0,0 1 0,-1-1 0,0 1 0,1-1 0,-1 0 0,0 0 0,0-1 0,0 1 0,3-5 0,-5 7 0,-1 0 0,0-1 0,0 1 0,1-1 0,-1 1 0,0-1 0,0 1 0,0-1 0,0 1 0,0-1 0,0 1 0,0-1 0,0 1 0,0 0 0,0-1 0,0 1 0,0-1 0,0 1 0,0-1 0,0 1 0,-1-1 0,1 1 0,0-1 0,0 1 0,-1 0 0,1-1 0,0 1 0,0-1 0,-1 1 0,1 0 0,0-1 0,-1 1 0,1 0 0,-1 0 0,1-1 0,0 1 0,-1 0 0,1 0 0,-1-1 0,1 1 0,0 0 0,-1 0 0,1 0 0,-1 0 0,1 0 0,-1 0 0,-28-8 0,-54-1 0,-1 3 0,-101 6 0,96 1 0,-1786 2 0,1689-9 0,139-3 0,47 9 0,0 0 0,-1 0 0,1 0 0,0 0 0,-1 0 0,1 0 0,0-1 0,0 1 0,-1 0 0,1 0 0,0 0 0,0 0 0,-1 0 0,1-1 0,0 1 0,0 0 0,0 0 0,-1 0 0,1-1 0,0 1 0,0 0 0,0 0 0,0-1 0,-1 1 0,1 0 0,0 0 0,0-1 0,0 1 0,0 0 0,0-1 0,0 1 0,0 0 0,0 0 0,0-1 0,0 1 0,0 0 0,0-1 0,0 1 0,0 0 0,0 0 0,0-1 0,0 1 0,0 0 0,1-1 0,-1 1 0,0 0 0,0 0 0,0-1 0,0 1 0,0 0 0,1 0 0,-1 0 0,0-1 0,0 1 0,1 0 0,-1 0 0,0 0 0,0 0 0,1-1 0,6-3 0,0 1 0,0 0 0,0 0 0,0 0 0,1 1 0,-1 0 0,1 1 0,0-1 0,8 1 0,-7 0 0,148-14 0,258 9 0,-280 7 0,-17 1 0,-422-3 0,131 2 0,-180 1-205,-753-18-968,1061 14 1173,4 1 0,-47-9 0,84 8 0,19 0 0,191-3 0,-122 5 0,217 0-164,105 0-553,2807 1-3423,-3439-1 6106,-10 0-983,-83 0-157,-75-2-635,-602-33-1232,-1-25-887,762 45 1700,-18-2-262,204 13 399,20 3 86,0-1 0,0-1 0,0-2 0,-51-15 0,79 20 8,0-1 0,0 1 0,0 0 0,0-1 0,1 1 0,-1 0 0,0-1 0,0 1-1,0-1 1,0 1 0,1-1 0,-1 0 0,0 1 0,1-1 0,-1 0 0,0 1 0,1-1 0,-1 0 0,1 0 0,-1-1 0,1 2 4,0-1 1,0 1-1,0-1 1,0 1-1,1-1 1,-1 1 0,0-1-1,1 1 1,-1-1-1,0 1 1,1-1-1,-1 1 1,0-1 0,1 1-1,-1-1 1,1 1-1,-1 0 1,1-1-1,-1 1 1,1 0 0,-1 0-1,1-1 1,0 1-1,46-15 706,-46 14-694,275-57 883,386-33 0,-225 58-720,90 10-955,2292 3-4808,-2600 24 7170,-422-3 377,-842 0 1286,-532-2-5056,201 1 1222,1115-1 59,195 1 430,33 0 84,1 0-1,0-2 1,-57-10 0,79 6 29,19-2 123,16-1 148,1 1-1,0 2 0,51-7 0,-6 1-116,1158-168 1222,-801 149-1498,58 10-717,939 0-1625,0 27-200,-1221-4 2173,98 1 997,-446-2 749,-802-15 1607,289 1-2505,-3283 3-4354,3145 12 3745,748-2 955,109 0-496,107 0-200,100 0 67,87 0 285,1592 0 1289,-1859-1-1668,-69-2 88,-20 3-85,0 0 1,0 0 0,0 0-1,0 0 1,0 0-1,0-1 1,0 1 0,0 0-1,0 0 1,0 0 0,0 0-1,0 0 1,0 0-1,0 0 1,0-1 0,0 1-1,0 0 1,0 0 0,0 0-1,0 0 1,0 0-1,0 0 1,0 0 0,0-1-1,0 1 1,0 0 0,0 0-1,0 0 1,0 0 0,0 0-1,0 0 1,0 0-1,-1 0 1,1 0 0,0-1-1,0 1 1,0 0 0,0 0-1,0 0 1,0 0-1,0 0 1,0 0 0,-1 0-1,1 0 1,0 0 0,0 0-1,0 0 1,0 0-1,0 0 1,0 0 0,0 0-1,-1 0 1,1 0 0,0 0-1,0 0 1,0 0-1,0 0 1,0 0 0,0 0-1,0 0 1,-1 0 0,1 0-1,0 1 1,-38-8 616,-226-6 143,238 13-757,-256-5 56,-117 2 184,-101 2-348,-1930 1-4590,2331 1 4418,23 0 148,-100-10 1,152 3 468,24 6-336,0 0 0,0 0 1,0 0-1,0 0 0,-1 0 1,1-1-1,0 1 0,0 0 1,0 0-1,0 0 0,0 0 1,0-1-1,0 1 0,0 0 1,0 0-1,-1 0 1,1 0-1,0-1 0,0 1 1,0 0-1,0 0 0,0 0 1,0 0-1,0-1 0,0 1 1,0 0-1,0 0 0,0 0 1,0-1-1,1 1 0,-1 0 1,0 0-1,0 0 1,0 0-1,0-1 0,0 1 1,0 0-1,0 0 0,0 0 1,1 0-1,-1 0 0,0-1 1,0 1-1,0 0 0,0 0 1,0 0-1,1 0 0,-1 0 1,0 0-1,0 0 0,0 0 1,0 0-1,1 0 1,-1-1-1,0 1 0,0 0 1,0 0-1,1 0 0,11-4 123,1-1 0,1 2-1,-1 0 1,15-2 0,145-16-9,86 3 43,80 5 655,2267-1-636,-2546 15-196,-50-1 34,-32-1 135,-1834-35 653,-9 36 19,1227 2-745,614-2-104,22 1 7,5-1 8,34 0 211,1343 0 3189,-1322-1-3344,-27-1-49,0 2 0,0 1 0,-1 2-1,48 9 1,-66-5-1,-19-2 0,-25 2 0,29-7 0,-168 31 143,-184 23 286,-273-26-788,-2-29-58,556 0 410,27 1 27,8-2 85,-1 2 1,0 1-1,0 2 1,1 2-1,-51 13 1,-34 28 53,82-28-169,-2-3 1,-57 14-1,93-28-141,1 0-1,-1 0 0,0-1 0,1 0 1,-1 0-1,0-1 0,1 0 1,-16-4-1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9T08:04:06.9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1844 1167 24575,'1'3'0,"-1"0"0,1 0 0,0-1 0,0 1 0,0 0 0,1 0 0,-1-1 0,1 1 0,-1 0 0,1-1 0,4 5 0,24 23 0,-22-25 0,0 0 0,0 0 0,1 0 0,0-1 0,-1-1 0,2 1 0,-1-2 0,0 1 0,0-1 0,18 1 0,10 0 0,56-4 0,-45-1 0,65 0 0,221 2 0,-299 6 0,-26-2 0,-10 0 0,-19 4 0,-41 5 0,-1-2 0,-75 4 0,-131-6 0,196-8 0,-163 0 0,370-10 0,695-86-590,-2-28-72,-758 112 655,23-6 7,-91 17 0,0-1 0,-1 1 0,1-1 0,0 1 0,0-1 0,0 0 0,0 1 0,-1-1 0,1 0 0,0 0 0,2-2 0,-4 2 0,0 1 0,0-1 0,-1 1 0,1 0 0,0-1 0,0 1 0,0 0 0,0-1 0,0 1 0,-1 0 0,1-1 0,0 1 0,0 0 0,0-1 0,-1 1 0,1 0 0,0 0 0,0-1 0,-1 1 0,1 0 0,0 0 0,-1 0 0,1-1 0,0 1 0,-1 0 0,1 0 0,0 0 0,-1 0 0,1 0 0,-1 0 0,1-1 0,0 1 0,-1 0 0,1 0 0,-1 0 0,-66-11 0,66 11 0,-185-21 0,-115-9-164,-113-6-655,-2396-95-4908,2802 131 5850,9 0-8,21 1 107,63 0 280,158 0 231,119 1-446,96-1 291,2503 0-3548,-3237-1 4643,-33 0-1209,-94 0 309,-1975 0-1683,2090-1 275,92-5 476,170 4 159,1 0 0,-31-8 0,36 0 21,19 10-17,1 0-1,0-1 1,0 1 0,0 0-1,-1 0 1,1-1 0,0 1-1,0 0 1,0-1 0,0 1-1,0 0 1,0-1 0,0 1-1,0 0 1,0-1 0,0 1-1,0 0 1,0-1 0,0 1-1,0 0 1,0 0 0,0-1-1,0 1 1,0 0 0,0-1-1,0 1 1,0 0 0,1-1-1,-1 1 1,0 0 0,0 0-1,0-1 1,0 1 0,1 0 0,-1 0-1,0-1 1,0 1 0,1 0-1,6-4 100,-1 0-1,1 0 0,0 1 1,0 0-1,0 1 1,1-1-1,9-1 0,80-16 458,132-10-1,-195 27-545,998-83 1586,-616 55-1672,-310 23-112</inkml:trace>
  <inkml:trace contextRef="#ctx0" brushRef="#br0" timeOffset="1">3083 602 19054,'454'15'-720,"-293"-3"572,-139-8 148,-42-1 0,-72 1 0,-157-3 0,-102-1-72,-1515-3 693,1799 3-319,-154 6 1211,197-2-1328,24-3-183,0-1-1,1 0 0,-1 0 1,0 1-1,0-1 1,0 0-1,0 0 0,0 0 1,0 1-1,0-1 0,0 0 1,0 0-1,0 0 0,0 0 1,1 1-1,-1-1 0,0 0 1,0 0-1,0 0 0,0 0 1,1 0-1,-1 1 1,0-1-1,0 0 0,0 0 1,0 0-1,1 0 0,-1 0 1,0 0-1,0 0 0,1 0 1,-1 0-1,0 0 0,0 0 1,0 0-1,1 0 1,-1 0-1,0 0 0,0 0 1,0 0-1,1 0 0,-1 0 1,0 0-1,0 0 0,1 0 1,55 6-20,105 0 18,111-2 0,113-1-106,97-1-319,1948-3-2896,-4149 1 10225,1710 0-6904,-21-1 0,28-1 0,19-2 0,349-57 0,-347 58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customXml" Target="../ink/ink3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0" y="0"/>
            <a:ext cx="14904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38160" y="5212080"/>
            <a:ext cx="4050791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Aptos"/>
              </a:rPr>
              <a:t>PROJECT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Design and Implementation of a
Database Management System for
Internship Application and
Progress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3434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REVIEW 1  |  Conceptual Design &amp; Initial Schema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1. 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Why a centralized internship database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57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4864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180136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24228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783080"/>
            <a:ext cx="4297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Scattered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48006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Applications, approvals and progress data are stored across files, emails and spreadsheets.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57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864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801368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824228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783080"/>
            <a:ext cx="4297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Tracking difficulty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58568"/>
            <a:ext cx="48006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Students and faculty cannot easily see application status or current internship 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5257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54864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1247" y="3904487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927348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886200"/>
            <a:ext cx="4297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Manual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61688"/>
            <a:ext cx="48006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Approvals, mentor assignment and supervisor communication require repeated manual work.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03320"/>
            <a:ext cx="5257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703320"/>
            <a:ext cx="54864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19088" y="3904487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3927348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886200"/>
            <a:ext cx="4297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Verification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61688"/>
            <a:ext cx="480060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Weekly logs, evaluations and completion records are difficult to verify consistently.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8064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CORE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760720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Lack of one reliable system to manage the complete internship lifecycle and produce timely progress reports.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PROJECT 35  •  REVIEW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2. Scope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From opportunity publication to internship completion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Student and organization management</a:t>
            </a:r>
          </a:p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Internship opportunity management</a:t>
            </a:r>
          </a:p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Application and approval tracking</a:t>
            </a:r>
          </a:p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Faculty mentor and company supervisor assignment</a:t>
            </a:r>
          </a:p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Weekly progress monitoring</a:t>
            </a:r>
          </a:p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Evaluation, feedback and certificate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727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ptos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920240"/>
            <a:ext cx="5074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Centralize internship information</a:t>
            </a:r>
          </a:p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Reduce manual tracking effort</a:t>
            </a:r>
          </a:p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Monitor student progress systematically</a:t>
            </a:r>
          </a:p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Maintain accurate and consistent records</a:t>
            </a:r>
          </a:p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Support meaningful reports and decisions</a:t>
            </a:r>
          </a:p>
          <a:p>
            <a:pPr>
              <a:spcAft>
                <a:spcPts val="700"/>
              </a:spcAft>
              <a:defRPr sz="1250">
                <a:solidFill>
                  <a:srgbClr val="475569"/>
                </a:solidFill>
                <a:latin typeface="Aptos"/>
              </a:defRPr>
            </a:pPr>
            <a:r>
              <a:t>•  Enforce data integrity through DBMS constraints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96128"/>
            <a:ext cx="148132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628132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563EB"/>
                </a:solidFill>
                <a:latin typeface="Aptos"/>
              </a:rPr>
              <a:t>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564184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5596128"/>
            <a:ext cx="148132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5628132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7C3AED"/>
                </a:solidFill>
                <a:latin typeface="Aptos"/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5" y="564184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5596128"/>
            <a:ext cx="148132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0" y="5628132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9E0B"/>
                </a:solidFill>
                <a:latin typeface="Aptos"/>
              </a:rPr>
              <a:t>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36" y="564184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5596128"/>
            <a:ext cx="148132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5628132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  <a:latin typeface="Aptos"/>
              </a:rPr>
              <a:t>Assignment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6" y="564184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5596128"/>
            <a:ext cx="148132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5628132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6B6D4"/>
                </a:solidFill>
                <a:latin typeface="Aptos"/>
              </a:rPr>
              <a:t>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564184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5596128"/>
            <a:ext cx="148132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32520" y="5628132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EF4444"/>
                </a:solidFill>
                <a:latin typeface="Aptos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2136" y="564184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5596128"/>
            <a:ext cx="148132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2720" y="5628132"/>
            <a:ext cx="1481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7C3AED"/>
                </a:solidFill>
                <a:latin typeface="Aptos"/>
              </a:rPr>
              <a:t>Completion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PROJECT 35  •  REVIEW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3. Users &amp; 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Who interacts with the system and what they need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4864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175564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78507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737360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260604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View opportunities • Apply • Track status • Submit weekly logs • View evaluations &amp; certificate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55448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0" y="1554480"/>
            <a:ext cx="54864" cy="187451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15968" y="1755648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5968" y="1778507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737360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COLLEGE /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212848"/>
            <a:ext cx="260604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Manage organizations • Publish opportunities • Process applications • Assign mentors •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55448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1554480"/>
            <a:ext cx="54864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790688" y="1755648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90688" y="1778507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737360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FACULTY MENTOR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212848"/>
            <a:ext cx="260604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Monitor assigned students • Review logs • Evaluate • Provide feedback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393192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377440" y="3931920"/>
            <a:ext cx="54864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78608" y="4133087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78608" y="4155948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4114800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COMPANY SUPERVISOR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590288"/>
            <a:ext cx="260604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Supervise interns • Review progress • Submit evaluation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3931920"/>
            <a:ext cx="3063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52160" y="3931920"/>
            <a:ext cx="54864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053328" y="4133087"/>
            <a:ext cx="438912" cy="43891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53328" y="4155948"/>
            <a:ext cx="43891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114800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ORGANIZATION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590288"/>
            <a:ext cx="260604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Provide opportunities • Maintain company supervisor information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PROJECT 35  •  REVIEW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4. Internship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A single workflow connecting every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8529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ptos"/>
              </a:rPr>
              <a:t>Organization publishes
internship opening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487168" y="18288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87168" y="19933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8529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324612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ptos"/>
              </a:rPr>
              <a:t>Student applies
for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151376" y="182880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51376" y="19933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28529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324612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ptos"/>
              </a:rPr>
              <a:t>College reviews
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5815584" y="182880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15584" y="19933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28529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324612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ptos"/>
              </a:rPr>
              <a:t>Mentor + supervisor
are assigned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7479792" y="1828800"/>
            <a:ext cx="822960" cy="8229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79792" y="19933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28529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324612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ptos"/>
              </a:rPr>
              <a:t>Weekly logs record
internship activity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9143999" y="1828800"/>
            <a:ext cx="822960" cy="8229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3999" y="19933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19" y="28529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19" y="324612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ptos"/>
              </a:rPr>
              <a:t>Performance is
assessed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10808207" y="18288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808207" y="199339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96728" y="28529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COMPLETION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96728" y="3246120"/>
            <a:ext cx="1645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475569"/>
                </a:solidFill>
                <a:latin typeface="Aptos"/>
              </a:rPr>
              <a:t>Certificate and
feedback are recorded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0" y="4983480"/>
            <a:ext cx="8138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240280" y="5184648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F172A"/>
                </a:solidFill>
                <a:latin typeface="Aptos"/>
              </a:rPr>
              <a:t>Business flow: approval must occur before assignment; progress logs belong to the assigned internship.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PROJECT 35  •  REVIEW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5. Major Entities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Principal entities identified for the conceptual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54864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31136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Student profile &amp; academic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72768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572768"/>
            <a:ext cx="54864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55648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31136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Internship provider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72768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572768"/>
            <a:ext cx="54864" cy="9326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755648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31136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Published internship opening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43200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743200"/>
            <a:ext cx="54864" cy="9326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92608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01568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Student's application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743200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2743200"/>
            <a:ext cx="54864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292608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401568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Decision on an application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743200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2743200"/>
            <a:ext cx="54864" cy="9326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292608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FACULTY MENTOR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401568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College-side mentor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913632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3913632"/>
            <a:ext cx="54864" cy="932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096512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COMPANY SUPERVISOR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572000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Industry-side supervisor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3913632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34840" y="3913632"/>
            <a:ext cx="54864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63440" y="4096512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ASSIGNMENT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572000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Approved internship allocation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3913632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9600" y="3913632"/>
            <a:ext cx="54864" cy="9326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58200" y="4096512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WEEKLY 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4572000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Weekly progress record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084064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0080" y="5084064"/>
            <a:ext cx="54864" cy="9326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5266944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742431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Performance assessment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34840" y="5084064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434840" y="5084064"/>
            <a:ext cx="54864" cy="9326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63440" y="5266944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CERTIFICATE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5742431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Completion certificate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5084064"/>
            <a:ext cx="3383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229600" y="5084064"/>
            <a:ext cx="54864" cy="9326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58200" y="5266944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FEEDBACK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742431"/>
            <a:ext cx="2926080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Post/ongoing feedback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PROJECT 35  •  REVIEW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6. Conceptual ER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Core entities, relationships and cardinalities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41732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4173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" y="1879092"/>
            <a:ext cx="1307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1234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student_id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name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417320"/>
            <a:ext cx="160020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1720" y="1417320"/>
            <a:ext cx="1600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86584" y="1467612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874519"/>
            <a:ext cx="1417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application_id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student_id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opportunity_id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160020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160020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4" y="1467612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74519"/>
            <a:ext cx="1417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opportunity_id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organization_id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title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160020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417320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1467612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ORGANIZATION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74519"/>
            <a:ext cx="1417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organization_id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name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3246120"/>
            <a:ext cx="160020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31720" y="3246120"/>
            <a:ext cx="16002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86584" y="3296412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703320"/>
            <a:ext cx="1417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approval_id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application_id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246120"/>
            <a:ext cx="160020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3246120"/>
            <a:ext cx="1600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98264" y="3296412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703320"/>
            <a:ext cx="1417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assignment_id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application_id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mentor_id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supervisor_id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246120"/>
            <a:ext cx="160020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3246120"/>
            <a:ext cx="160020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55664" y="3296412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COMPANY
SUPERVISOR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703320"/>
            <a:ext cx="1417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supervisor_id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organization_id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200" y="3246120"/>
            <a:ext cx="1600200" cy="13258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458200" y="3246120"/>
            <a:ext cx="160020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13064" y="3296412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FACULTY
MENTOR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703320"/>
            <a:ext cx="14173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mentor_id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name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5166360"/>
            <a:ext cx="160020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43400" y="5166360"/>
            <a:ext cx="16002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98264" y="5216652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WEEKLY 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623560"/>
            <a:ext cx="1417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log_id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assignment_id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week_no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log_date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166360"/>
            <a:ext cx="160020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00800" y="5166360"/>
            <a:ext cx="16002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55664" y="5216652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623560"/>
            <a:ext cx="1417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evaluation_id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assignment_id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58200" y="5166360"/>
            <a:ext cx="160020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458200" y="5166360"/>
            <a:ext cx="160020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13064" y="5216652"/>
            <a:ext cx="1490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CERTIFICATE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5623560"/>
            <a:ext cx="1417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certificate_id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assignment_id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issue_date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87000" y="5166360"/>
            <a:ext cx="1417320" cy="1051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287000" y="5166360"/>
            <a:ext cx="141732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341864" y="5216652"/>
            <a:ext cx="1307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FEEDBACK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78440" y="5623560"/>
            <a:ext cx="1234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PK feedback_id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FK assignment_id</a:t>
            </a:r>
          </a:p>
          <a:p>
            <a:pPr>
              <a:spcAft>
                <a:spcPts val="200"/>
              </a:spcAft>
              <a:defRPr sz="750">
                <a:solidFill>
                  <a:srgbClr val="475569"/>
                </a:solidFill>
                <a:latin typeface="Aptos"/>
              </a:defRPr>
            </a:pPr>
            <a:r>
              <a:t>rating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1920240" y="2084831"/>
            <a:ext cx="411480" cy="310897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805940" y="20756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1:N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931920" y="2084831"/>
            <a:ext cx="411480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817620" y="1920239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N:1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943600" y="2084831"/>
            <a:ext cx="457200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52160" y="1920239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N:1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27248" y="2743200"/>
            <a:ext cx="0" cy="50292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807208" y="283006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1:N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931920" y="3913632"/>
            <a:ext cx="411480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817620" y="37490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1:1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943600" y="3913632"/>
            <a:ext cx="457200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52160" y="37490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N:1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001000" y="3913632"/>
            <a:ext cx="457200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909560" y="37490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N:1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138928" y="4572000"/>
            <a:ext cx="0" cy="59436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818888" y="47045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1:N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196328" y="4572000"/>
            <a:ext cx="0" cy="59436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876288" y="470458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1:N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001000" y="4434840"/>
            <a:ext cx="1143000" cy="73152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252460" y="46360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1:1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829800" y="4434840"/>
            <a:ext cx="1097280" cy="73152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058400" y="463600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64748B"/>
                </a:solidFill>
                <a:latin typeface="Aptos"/>
              </a:rPr>
              <a:t>1:N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629107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4748B"/>
                </a:solidFill>
                <a:latin typeface="Aptos"/>
              </a:rPr>
              <a:t>PK = Primary Key   |   FK = Foreign Key   |   1:N = One-to-Many   |   1:1 = One-to-One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PROJECT 35  •  REVIEW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3DF1F6A-B6A8-34CE-199F-29E54C8113C9}"/>
                  </a:ext>
                </a:extLst>
              </p14:cNvPr>
              <p14:cNvContentPartPr/>
              <p14:nvPr/>
            </p14:nvContentPartPr>
            <p14:xfrm>
              <a:off x="2795500" y="926980"/>
              <a:ext cx="9834120" cy="5612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3DF1F6A-B6A8-34CE-199F-29E54C8113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2860" y="863980"/>
                <a:ext cx="9959760" cy="6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97BBA73-CFB4-D9D0-2873-73B1214AA8A8}"/>
                  </a:ext>
                </a:extLst>
              </p14:cNvPr>
              <p14:cNvContentPartPr/>
              <p14:nvPr/>
            </p14:nvContentPartPr>
            <p14:xfrm>
              <a:off x="4279780" y="1027420"/>
              <a:ext cx="4850640" cy="4719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97BBA73-CFB4-D9D0-2873-73B1214AA8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16780" y="964780"/>
                <a:ext cx="4976280" cy="59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618E0BF-1A4A-3F17-0935-973011EF2C98}"/>
                  </a:ext>
                </a:extLst>
              </p14:cNvPr>
              <p14:cNvContentPartPr/>
              <p14:nvPr/>
            </p14:nvContentPartPr>
            <p14:xfrm>
              <a:off x="5852260" y="926620"/>
              <a:ext cx="1663920" cy="2678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618E0BF-1A4A-3F17-0935-973011EF2C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89260" y="863980"/>
                <a:ext cx="1789560" cy="393480"/>
              </a:xfrm>
              <a:prstGeom prst="rect">
                <a:avLst/>
              </a:prstGeom>
            </p:spPr>
          </p:pic>
        </mc:Fallback>
      </mc:AlternateContent>
      <p:pic>
        <p:nvPicPr>
          <p:cNvPr id="80" name="Picture 79">
            <a:extLst>
              <a:ext uri="{FF2B5EF4-FFF2-40B4-BE49-F238E27FC236}">
                <a16:creationId xmlns:a16="http://schemas.microsoft.com/office/drawing/2014/main" id="{BCA8604F-FFF1-F7A2-0099-2BE3BAEA3D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7. Initial Relational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Proposed tables with primary and foreign 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618488"/>
            <a:ext cx="14173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691639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1636776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student_id PK | name | email | phone | department |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0" y="1618488"/>
            <a:ext cx="141732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691639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636776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organization_id PK | name | address | email | phone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13432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423160"/>
            <a:ext cx="1417320" cy="43891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496312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0552" y="2441448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opportunity_id PK | organization_id FK | title | description | location | start_date | end_date | slots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313432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92240" y="2423160"/>
            <a:ext cx="141732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2496312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2441448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application_id PK | student_id FK | opportunity_id FK | application_date |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18104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94360" y="3227832"/>
            <a:ext cx="14173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300984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0552" y="324612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approval_id PK | application_id FK | approved_by FK | approval_date | status | remarks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118104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92240" y="3227832"/>
            <a:ext cx="141732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3300984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FACULTY_MENTOR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324612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mentor_id PK | name | email | department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922776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4360" y="4032504"/>
            <a:ext cx="1417320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" y="4105656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COMPANY_SUPERVISOR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0552" y="4050791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supervisor_id PK | organization_id FK | name | email | phone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922776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92240" y="4032504"/>
            <a:ext cx="141732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4105656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ASSIGNMENT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4050791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assignment_id PK | application_id FK | mentor_id FK | supervisor_id FK | assigned_date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727448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94360" y="4837176"/>
            <a:ext cx="141732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" y="4910328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WEEKLY_LOG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30552" y="4855464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log_id PK | assignment_id FK | week_no | log_date | activities | hours | status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727448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492240" y="4837176"/>
            <a:ext cx="14173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10528" y="4910328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1" y="4855464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evaluation_id PK | assignment_id FK | evaluator_type | evaluator_id | score | remarks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532120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94360" y="5641848"/>
            <a:ext cx="1417320" cy="43891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2648" y="5715000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CERTIFICATE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30552" y="5660136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certificate_id PK | assignment_id FK | certificate_no | issue_date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532120"/>
            <a:ext cx="5532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492240" y="5641848"/>
            <a:ext cx="1417320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10528" y="5715000"/>
            <a:ext cx="13807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FEEDBACK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8431" y="5660136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ptos"/>
              </a:rPr>
              <a:t>feedback_id PK | assignment_id FK | submitted_by | rating | comments | feedback_date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364224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Aptos"/>
              </a:rPr>
              <a:t>PK = Primary Key  •  FK = Foreign Key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649224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PROJECT 35  •  REVIEW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Design Foundation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01952"/>
            <a:ext cx="8412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The conceptual foundation of the Internship Application and Progress Monitoring System is defined.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78892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807208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770632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Problem and scope identified</a:t>
            </a:r>
          </a:p>
        </p:txBody>
      </p:sp>
      <p:sp>
        <p:nvSpPr>
          <p:cNvPr id="8" name="Oval 7"/>
          <p:cNvSpPr/>
          <p:nvPr/>
        </p:nvSpPr>
        <p:spPr>
          <a:xfrm>
            <a:off x="5989320" y="278892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2807208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70632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Objectives and users defined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38727"/>
            <a:ext cx="347472" cy="3474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557015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20439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Functional requirements established</a:t>
            </a:r>
          </a:p>
        </p:txBody>
      </p:sp>
      <p:sp>
        <p:nvSpPr>
          <p:cNvPr id="14" name="Oval 13"/>
          <p:cNvSpPr/>
          <p:nvPr/>
        </p:nvSpPr>
        <p:spPr>
          <a:xfrm>
            <a:off x="5989320" y="3538727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3557015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20439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12 principal entities identified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288536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306823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70248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Conceptual ER model designed</a:t>
            </a:r>
          </a:p>
        </p:txBody>
      </p:sp>
      <p:sp>
        <p:nvSpPr>
          <p:cNvPr id="20" name="Oval 19"/>
          <p:cNvSpPr/>
          <p:nvPr/>
        </p:nvSpPr>
        <p:spPr>
          <a:xfrm>
            <a:off x="5989320" y="4288536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4306823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70248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Initial relational schema proposed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064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Aptos"/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77900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993</Words>
  <Application>Microsoft Office PowerPoint</Application>
  <PresentationFormat>Widescreen</PresentationFormat>
  <Paragraphs>245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Dattu Suragana</cp:lastModifiedBy>
  <cp:revision>4</cp:revision>
  <dcterms:created xsi:type="dcterms:W3CDTF">2013-01-27T09:14:16Z</dcterms:created>
  <dcterms:modified xsi:type="dcterms:W3CDTF">2026-10-03T10:49:39Z</dcterms:modified>
  <cp:category/>
</cp:coreProperties>
</file>